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D1EC3-32C6-2DE6-7EDB-57E323266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4F17E-D8BC-101C-C887-5C0B32809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DED68-B003-96BB-CCD7-227C0DB0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76995-E3DB-4DC5-98DD-5F0D6DD9956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37FD-831C-E9B0-9E4E-6D773B30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9E3AD-6755-B7F6-9A45-D5C0C20F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DE48-397A-43D9-8B1E-D6FF364B4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008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1C746-8ADB-AFFD-1CA8-BF8A2013C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2343A-1B13-A945-3709-FE58F620F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49049-89C0-E29B-93E4-7AA77937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76995-E3DB-4DC5-98DD-5F0D6DD9956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E012-20A7-A003-FE7B-40319F3A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9B2A8-C580-2735-4CEF-EF9A222F8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DE48-397A-43D9-8B1E-D6FF364B4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705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04F9F-A8A2-6998-41D0-6798EDD9C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FF677-7592-7793-44BE-DC88FBE37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2D652-CDD5-2F57-7ED2-77DAFF4B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76995-E3DB-4DC5-98DD-5F0D6DD9956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7729D-AA4B-7619-C0F9-F8D6F351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168ED-0883-6B65-DF8B-D525F9E3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DE48-397A-43D9-8B1E-D6FF364B4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528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3FB1-7C2B-1715-C6F7-D0BAC4FD6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B1BD0-CFFD-9001-488D-5FFB963C2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23444-407A-B12F-C9E2-77D2C00D7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0EA7A-A732-D743-A313-70E9EF13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76995-E3DB-4DC5-98DD-5F0D6DD9956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2CEEC-DEB0-F641-3E14-5EA16376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120BB-2BA3-437F-6545-6DF74E11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DE48-397A-43D9-8B1E-D6FF364B4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248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4DEC-FF85-0539-9D69-285DFBAA9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40D1F-34DA-1F37-7AA2-5880C3005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EA4B4-07E2-75F1-35F9-B18C78DF6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033A7-A170-AB5F-6B24-4477094C1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AA931-A577-3D1C-B449-96003FF97B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3AC7F-65BB-B1D9-3A3E-6A81A187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76995-E3DB-4DC5-98DD-5F0D6DD9956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AFA8F7-CD89-85EB-A329-F97BBF35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0985F2-4E1E-190F-CAD3-A0F9ED51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DE48-397A-43D9-8B1E-D6FF364B4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87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3548-3A10-9477-890E-FD10448DC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A17487-C129-7FC3-E7A4-E383371C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76995-E3DB-4DC5-98DD-5F0D6DD9956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42A4A4-B5F6-AF39-716D-2E3C05144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0DF78-6E07-9C72-19C7-2C693BD3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DE48-397A-43D9-8B1E-D6FF364B4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800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6D18E-752E-A5CE-AFA4-2F0FF2183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76995-E3DB-4DC5-98DD-5F0D6DD9956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31D3C-C206-43F4-38EA-00C3BBB6A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E98AD-C866-8A87-7AE3-C77098E6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DE48-397A-43D9-8B1E-D6FF364B4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354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1E64-2065-7FEF-DCF6-95E46F8F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92017-19EA-F812-DDB7-0E5D75745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C614B-5BB2-0BFE-5E36-400434DD3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27B34-4B8E-0777-8BEE-4F01216F7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76995-E3DB-4DC5-98DD-5F0D6DD9956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B8A30-DE30-EE44-107C-2CBB7CCEB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80BDD-0E13-527A-FF68-2EFEAEF1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DE48-397A-43D9-8B1E-D6FF364B4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597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56E5-875A-9615-81E6-FD6EFD4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BEA382-12D6-BA64-F4B5-AC0416E19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0FFB1-4AB7-4967-CD3E-A8B47793E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0545F-D807-6A8C-7A77-E8DA81B5E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76995-E3DB-4DC5-98DD-5F0D6DD9956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60EF1-7DBB-56B4-52A7-08C02F00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E9E65-7A7B-5459-0244-EED9759B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DE48-397A-43D9-8B1E-D6FF364B4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56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3BBD-B082-C99B-9C93-B77B186D9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B9A2C-4C1E-DBBE-EC32-B2DECAD85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329CA-23D6-07A1-1131-3775F721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76995-E3DB-4DC5-98DD-5F0D6DD9956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BDEC3-0070-F253-ECB8-BFD894E73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56823-1140-5489-E55D-AC5A8AACA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DE48-397A-43D9-8B1E-D6FF364B4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357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6C36FF-B922-4AA3-85FE-EE6404872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FED47-58B2-6250-CE21-2575152F3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93492-F7F3-7DB8-90E8-7D1BA5F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76995-E3DB-4DC5-98DD-5F0D6DD9956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045C4-BDB7-45F3-51E2-E284C0588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CDA8-CD53-2713-F8FB-14D0A1F6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DE48-397A-43D9-8B1E-D6FF364B4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934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B38B8C-0F56-9621-B24A-B1F372F97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C2730-B7D4-A847-41C5-E184A907B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53BBE-E2F6-E7F5-EF78-EEE40AFEB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76995-E3DB-4DC5-98DD-5F0D6DD99569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98118-0A59-8C53-1D5D-28081E1E5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F7AD5-61F2-00BA-A692-C7B225A8A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2DE48-397A-43D9-8B1E-D6FF364B4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265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D105-4FA8-F1B4-D29D-953A97B727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EDCBE-B58E-6BC1-0862-C95CAC419F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72308-ADB7-11E8-D452-9AC8651B6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352378"/>
            <a:ext cx="11489267" cy="380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1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CF50-4B4C-1DAE-2F20-7C747F09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E3F3A-F858-4517-6435-C81A543E1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BB1DE-BAD8-16EB-A3BD-BDD1959C1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420584"/>
            <a:ext cx="11980333" cy="601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3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743A-0E65-BAAC-016C-DF8ACA03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72D9D-3613-B1CD-52E1-040FE9644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6E58DD-7F10-567C-BEDA-E5375D0AF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798"/>
            <a:ext cx="12192000" cy="588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24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2C2CC-3C8A-E784-E2D9-176E3DEB4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E3C48-8B04-9E4A-C2F1-A2F0A68E5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87ABD4-900C-4D09-AB8A-716908EE2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5512"/>
            <a:ext cx="12192000" cy="56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65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75DF-9D18-2684-7B50-A4EC8FA9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BB7F5-CEA0-ADBE-D34F-236C0902A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1A116-DEEE-5C49-095B-724948EA7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182"/>
            <a:ext cx="12192000" cy="572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909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377CE-0D48-A7BF-8806-9D6CCD6A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5F47C-EB28-2CE8-2E4A-94DCA08DB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87829-22A7-8294-0328-52D60960A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347"/>
            <a:ext cx="12192000" cy="568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57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3676-D0E7-61E1-C858-36CAFCAD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B9F9A-B727-DA5F-C374-D6AC402D2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AC9E6-4372-22AC-542D-E072333BC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32" y="905934"/>
            <a:ext cx="11760201" cy="467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733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4C5C-2BA7-323D-C59D-4F94376C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D639D-F901-77B7-4139-022FB999E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6EF646-97AC-9C9A-8C64-4B69194D6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9699"/>
            <a:ext cx="12192000" cy="573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93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BD961-EA7C-B390-658A-42DB66BD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25026-B4B6-0A08-A84C-C981488C7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21F04-74B8-1C05-25F7-1420B275D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227"/>
            <a:ext cx="12192000" cy="579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8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Mitali Shirdhankar</dc:creator>
  <cp:lastModifiedBy>Mitali Shirdhankar</cp:lastModifiedBy>
  <cp:revision>1</cp:revision>
  <dcterms:created xsi:type="dcterms:W3CDTF">2025-11-12T16:59:06Z</dcterms:created>
  <dcterms:modified xsi:type="dcterms:W3CDTF">2025-11-12T16:59:32Z</dcterms:modified>
</cp:coreProperties>
</file>